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3" autoAdjust="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r>
              <a:rPr sz="3600" b="1" dirty="0" err="1"/>
              <a:t>TaskFlow</a:t>
            </a:r>
            <a:br>
              <a:rPr lang="uk-UA" b="1" dirty="0"/>
            </a:br>
            <a:r>
              <a:rPr dirty="0"/>
              <a:t>how to stop the decline and restore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Genesis Strategy &amp; Operations School 2.0</a:t>
            </a:r>
          </a:p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t>Case Task |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/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Do not run a full pivot now.</a:t>
            </a:r>
          </a:p>
          <a:p>
            <a:r>
              <a:rPr dirty="0"/>
              <a:t>Narrow the positioning, fix retention, and build around calendar-first planning plus micro-collaboration.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https://www.loom.com/share/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3657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8229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5544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Included in folder: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ready PPTX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XLSX with calculations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sources log</a:t>
            </a:r>
          </a:p>
          <a:p>
            <a:pPr algn="l">
              <a:defRPr sz="1200" b="0">
                <a:solidFill>
                  <a:srgbClr val="FFFDFC"/>
                </a:solidFill>
                <a:latin typeface="Segoe UI"/>
              </a:defRPr>
            </a:pPr>
            <a:r>
              <a:t>- 5-minute Loom talk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Main recommendation:</a:t>
            </a:r>
          </a:p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t>Turnaround, not full pivot.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t>The market is still growing. TaskFlow is losing relevance inside that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strongest signal is retention erosion: D30 fell from 12.0% to 5.0%, D90 from 6.5% to 2.3%, and paid churn rose to 18%. Acquisition can no longer cover weak product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caused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No major feature release in 8 months, declining store rating, weak collaboration, no offline mode, repetitive UI, and limited web parity while competitors kept shipping.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urgency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Downloads and MAU fell 42% in 2025, CPI rose 44%, and burn is ~$150k per month vs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Recommendation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Reposition TaskFlow as a calendar-first planner for young professionals, freelancers and duos. Fix core workflow first, add lightweight AI second, and reduce inefficient paid UA until retention improves.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t>12-month objective: stabilize MAU by month 6, recover organic share, and bring MRR back to $78k-$85k without a full-scale pivot.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2025 performance collapsed across every core metric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Diagnosis: this is primarily a product + positioning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Every cohort got weaker.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D30 fell 58% and D90 fell 65% vs Q1 2024.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points to lower repeat value, not just weaker top-of-funnel.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Product freshness is weak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Store rating dropped from 4.6 to 4.2.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complaints: limited collaboration, no offline mode, repetitive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Last major feature release was 8 months ago.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3. UA became inefficient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81% of installs come from paid channels.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62% come from Meta alone.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Organic share is shrinking while paid CPI rises.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4. Geo mix hurts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Best-monetizing markets are shrinking.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Other markets are 29% of MAU but only 10% of revenue.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Cheap growth there will not offset value loss in the 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Unit economics show why scaling paid UA now is dangerous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39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Implication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At current conversion and churn, a newly acquired payer barely covers expected subscription value before platform fees, fixed costs and reactivation spend.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Secondary 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LTV fell from roughly $48 in Q1 2024 to about $26.7 in Dec 2025. The monetization engine weakened because users churn faster.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The market is still attractive, but generic to-do apps are under pressure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 management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Mordor estimates the task management software market at $1.27B in 2025, growing to $2.66B by 2031 (13.1% CAGR).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Mobile monetization 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Sensor Tower says non-game app spend reached about $85B in 2025, up 21% YoY. GenAI apps drove a large share of that growth.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Strategic implication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 right move is not to leave productivity. It is to choose a sharper niche where TaskFlow can win with its current team and runway.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Competitor benchmark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1837944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$5.99/mo or $39.99/yr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Positioning: generic personal productivity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Main gaps: weak collaboration, no offline mode, stale UX, weak web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Signal: 105k MAU, 4.2 rating, no major release in 8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$7/mo or $60/yr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templates, AI assist, calendar layout, deep integrations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297K reviews, 10M+ downloads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$35.99/yr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calendar + tasks + habits + Pomodoro in one product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157K reviews, 5M+ downloads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about $4.99 annual / $7.99 monthly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family + workspace flows, integrations, collaboration depth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4.4 rating, 503K reviews, 10M+ downloads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Price: free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Why stronger: ecosystem bundling with Microsoft / Outlook and zero-price entry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Public signal: 4.6 rating, 468K reviews, 10M+ downloads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950" b="0">
                <a:solidFill>
                  <a:srgbClr val="6B7280"/>
                </a:solidFill>
                <a:latin typeface="Segoe UI"/>
              </a:defRPr>
            </a:pPr>
            <a:r>
              <a:rPr dirty="0"/>
              <a:t>Observed GTM is an informed inference from pricing pages, store traction, integrations, templates and ecosystem distribution.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Todoist, TickTick, Any.do and Microsoft To Do official pages + Google Play listings.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What competitors do better - and where </a:t>
            </a:r>
            <a:r>
              <a:rPr dirty="0" err="1"/>
              <a:t>TaskFlow</a:t>
            </a:r>
            <a:r>
              <a:rPr dirty="0"/>
              <a:t> still has whitespace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More complete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Todoist and TickTick cover capture, planning, reminders, comments, templates and advanced views inside one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Deeper 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Any.do teams, TickTick shared lists and Todoist workspaces all go beyond TaskFlow's cap of 3 collaborators and limited assignment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Stronger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Leaders lean on SEO, templates, ecosystems, app-store scale and integrations. TaskFlow depends too heavily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Fresher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Competitors were updated in March 2026 or late February 2026. TaskFlow's last major launch was 8 months ago.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Whitespace to 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TaskFlow should not try to out-feature everyone. The most credible opening is a lightweight, calendar-first planner for solo professionals, freelancers and duos that is faster, cleaner, offline-capable and better for micro-collaboration.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Strategic options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1. Core turnaround + sharper positioning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Fixes the actual problem: retention, stale UX, weak collaboration and packaging.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Still a crowded category. Requires focus and scope discipline.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medium-high impact.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2. Pivot to AI-first planning assistant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Aligns with the fastest growth theme in productivity and could create stronger differentiation.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execution risk, AI cost and stronger incumbents.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High investment, high but uncertain upside.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 dirty="0"/>
              <a:t>3. Growth-first expansion to lower-cost segments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Why it could work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Can restore top-of-funnel volume and reduce headline CPI.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Main risk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Does not solve retention and may worsen monetization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endParaRPr dirty="0"/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Investment / impact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Medium investment, low-medium impact.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option 1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 dirty="0"/>
              <a:t>It addresses the real problem fastest, fits the 12-person team, and preserves strategic flexibility if the product still underperforms after 2-3 quarters.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Recommended strategy: narrow and modernize the core product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Improve onboarding by use case.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Refresh UI.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Upgrade recurring tasks and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Expand collaboration from 3 to 5 users with comments + attachments.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Positioning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Move from generic to-do app to: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calendar-first planner for young professionals, freelancers and duos.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That is narrower, more defensible and closer to current strengths.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Packaging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Keep pricing broadly stable.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Relax free limits so users can form a habit.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Test 14-day trial, annual-first CTA and win-back offers instead of a blanket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7D6"/>
          </a:solidFill>
          <a:ln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Pause or cut underperforming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Rebuild ASO.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Launch templates, referral loops and creator partnerships in the productivity niche.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EECEC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Markets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Prioritize US, UK, Canada and Australia first.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Germany can be wave 2.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chase cheap low-monetization volume before retention recovers.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03520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t>This is a turnaround strategy with a lightweight AI layer, not a risky full pivot into a brand-new product.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12-month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Q2 2026 | Stabilize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Cut inefficient paid UA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Onboarding by use case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Design refresh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Review-response program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Q3 2026 | Differentiate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Web + 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Recurring task improvements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Free tier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AI 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Weekly planning summary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ASO + SEO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Increase spend only on positive-payback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Referral / ambassador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Wave-2 localization if KPIs 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t>Decision gate: if D30 retention is still below 7% after Q3 2026, revisit a larger pivot instead of scaling spend.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What success should look like after 12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13232" y="1572768"/>
            <a:ext cx="5669280" cy="4041648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1248" y="1810512"/>
            <a:ext cx="228600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47088"/>
            <a:ext cx="221284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90288" y="1810512"/>
            <a:ext cx="1463040" cy="420624"/>
          </a:xfrm>
          <a:prstGeom prst="rect">
            <a:avLst/>
          </a:prstGeom>
          <a:solidFill>
            <a:srgbClr val="F26B3A"/>
          </a:solidFill>
          <a:ln>
            <a:solidFill>
              <a:srgbClr val="FFFD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1847088"/>
            <a:ext cx="1389888" cy="25603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dirty="0"/>
              <a:t>12M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231136"/>
            <a:ext cx="228600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304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1">
                <a:solidFill>
                  <a:srgbClr val="1F2937"/>
                </a:solidFill>
                <a:latin typeface="Segoe UI"/>
              </a:defRPr>
            </a:pPr>
            <a:r>
              <a:t>D30 retention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2231136"/>
            <a:ext cx="1463040" cy="457200"/>
          </a:xfrm>
          <a:prstGeom prst="rect">
            <a:avLst/>
          </a:prstGeom>
          <a:solidFill>
            <a:srgbClr val="FFF0E8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2304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8.0%-9.0%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6883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7614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Paid churn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0288" y="26883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27614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11%-12%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1455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2186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Trial-to-paid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724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1455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32186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24%-26%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36027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6758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Organic share of installs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2724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0288" y="36027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63440" y="36758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4059935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133087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MAU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2724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105k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4059935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3440" y="4133087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120k-130k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4517136"/>
            <a:ext cx="228600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590288"/>
            <a:ext cx="219456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MRR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2724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0040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90288" y="4517136"/>
            <a:ext cx="1463040" cy="457200"/>
          </a:xfrm>
          <a:prstGeom prst="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63440" y="4590288"/>
            <a:ext cx="1371600" cy="237744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00" b="0">
                <a:solidFill>
                  <a:srgbClr val="1F2937"/>
                </a:solidFill>
                <a:latin typeface="Segoe UI"/>
              </a:defRPr>
            </a:pPr>
            <a:r>
              <a:t>$78k-$85k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E8F0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Why these targets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They focus on proving product value first, then monetization and efficient growth. MAU alone is not enough.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E9F8EE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Financial logic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If churn normalizes and organic share recovers, TaskFlow can grow MRR without going back to heavy, low-quality paid social.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Operating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Do not scale any channel unless it shows positive payback under the new retention baseline.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KPI targets built from current baseline and recommended roadmap.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81F99F-F0EF-413C-B314-83028A4BFC9E}"/>
              </a:ext>
            </a:extLst>
          </p:cNvPr>
          <p:cNvSpPr txBox="1"/>
          <p:nvPr/>
        </p:nvSpPr>
        <p:spPr>
          <a:xfrm>
            <a:off x="3108960" y="1839538"/>
            <a:ext cx="1517904" cy="420115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050" b="1">
                <a:solidFill>
                  <a:srgbClr val="FFFDFC"/>
                </a:solidFill>
                <a:latin typeface="Segoe UI"/>
              </a:defRPr>
            </a:pPr>
            <a:r>
              <a:rPr lang="en-US" dirty="0"/>
              <a:t>Baseline (Dec 2025)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Key risks and mitigations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Execution bandwidth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 12-person team cannot run five major bets at once.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Freeze non-core work and focus on 3 product bets max: offline, collaboration, onboarding.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Competitive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Leaders can copy surface features quickly.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Compete on a sharper use case and workflow simplicity, not feature 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AI cost / hype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AI can burn time and cash without improving retention.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Add lightweight AI only after core workflow fixes land; use opt-in features first.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Runway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Burn is high relative to MRR.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Cut inefficient paid UA immediately and gate later spend behind retention milestones.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5394960"/>
            <a:ext cx="5074920" cy="160020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66160" y="5394960"/>
            <a:ext cx="73152" cy="160020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12464" y="550468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Geo distraction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2464" y="582472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Risk: Cheap installs in low-value markets can create false confidence.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Mitigation: Prioritize high-ARPU English markets until the model stabilizes.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t>Selected sources and submission note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1. Mordor Intelligence - Task Management Software Market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2. TechCrunch on Sensor Tower State of Mobile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3. Gartner - mobile app usage to decrease 25% by 2027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4. Gartner - 40% of enterprise apps to feature AI agents by 2026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5. Todoist pricing update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6. TickTick upgrade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7. Any.do pricing/help/blog + Google Play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8. Microsoft To Do official page + Google 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C"/>
          </a:solidFill>
          <a:ln>
            <a:solidFill>
              <a:srgbClr val="E5D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https://www.mordorintelligence.com/industry-reports/task-management-software-market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https://techcrunch.com/2026/01/21/consumers-spent-more-on-mobile-apps-than-games-in-2025-driven-by-ai-app-adoption/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https://www.gartner.com/en/newsroom/press-releases/2025-01-15-gartner-predicts-mobile-app-usage-will-decrease-25-percent-due-to-ai-assistants-by-2027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https://www.todoist.com/pricing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https://www.todoist.com/help/articles/todoist-pro-plan-pricing-update-bxBvHZuJZ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https://play.google.com/store/apps/details?id=com.todoist&amp;hl=en&amp;gl=US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https://ticktick.com/upgrade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10927080" cy="685800"/>
          </a:xfrm>
          <a:prstGeom prst="roundRect">
            <a:avLst/>
          </a:prstGeom>
          <a:solidFill>
            <a:srgbClr val="FFF0E8"/>
          </a:solidFill>
          <a:ln>
            <a:solidFill>
              <a:srgbClr val="F2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73152" cy="685800"/>
          </a:xfrm>
          <a:prstGeom prst="rect">
            <a:avLst/>
          </a:prstGeom>
          <a:solidFill>
            <a:srgbClr val="F2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t>What to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916168"/>
            <a:ext cx="10707624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t>Primary file: the PPTX from this folder. If the platform really allows only one file, upload the presentation first; the deck already contains the key calculations. Replace the Loom placeholder on slide 1 before final submission.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t>Sources: Full source log is also included in the workbook and sources.md.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2166</Words>
  <Application>Microsoft Office PowerPoint</Application>
  <PresentationFormat>Widescreen</PresentationFormat>
  <Paragraphs>279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3</cp:revision>
  <dcterms:created xsi:type="dcterms:W3CDTF">2013-01-27T09:14:16Z</dcterms:created>
  <dcterms:modified xsi:type="dcterms:W3CDTF">2026-03-23T13:31:06Z</dcterms:modified>
  <cp:category/>
</cp:coreProperties>
</file>